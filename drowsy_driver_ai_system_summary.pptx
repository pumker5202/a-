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졸음운전 감지 시스템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라벨링, AI 학습, 경량화, 로그 분석, 통계 평가 과정을 통해</a:t>
            </a:r>
          </a:p>
          <a:p>
            <a:r>
              <a:t>졸음운전 감지 인공지능 시스템을 구축하는 전체 흐름 설명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라벨링(Labeling)이란?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데이터에 정답(ground truth)을 붙이는 과정</a:t>
            </a:r>
          </a:p>
          <a:p>
            <a:r>
              <a:t>예: 눈 감김, 정상 운전 상태 구분</a:t>
            </a:r>
          </a:p>
          <a:p>
            <a:r>
              <a:t>지도학습(supervised learning)에 필수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라벨링이 필요한 이유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AI가 무엇이 졸음 상태인지 학습하기 위해 필요</a:t>
            </a:r>
          </a:p>
          <a:p>
            <a:r>
              <a:t>라벨이 없으면 모델 정확도 저하</a:t>
            </a:r>
          </a:p>
          <a:p>
            <a:r>
              <a:t>오탐지(False Positive)와 미탐지(False Negative) 증가</a:t>
            </a:r>
          </a:p>
          <a:p>
            <a:r>
              <a:t>안전 시스템에서는 매우 중요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라벨링 확보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수동 라벨링: 사람이 직접 이미지 확인 후 라벨 부착</a:t>
            </a:r>
          </a:p>
          <a:p>
            <a:r>
              <a:t>반자동 라벨링: AI 자동 라벨링 후 사람 검수</a:t>
            </a:r>
          </a:p>
          <a:p>
            <a:r>
              <a:t>크라우드소싱: 다수 작업자에게 분산 작업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라벨링 도구 및 데이터 규모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LabelImg, CVAT, VIA 등 사용</a:t>
            </a:r>
          </a:p>
          <a:p>
            <a:r>
              <a:t>Bounding Box와 Keypoint 방식 사용</a:t>
            </a:r>
          </a:p>
          <a:p>
            <a:r>
              <a:t>약 192,500장 이미지 라벨링</a:t>
            </a:r>
          </a:p>
          <a:p>
            <a:r>
              <a:t>성별, 나이, 안경 착용 등 메타데이터 포함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AI 학습에 사용된 요소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데이터: 운전자 상태 영상 데이터셋</a:t>
            </a:r>
          </a:p>
          <a:p>
            <a:r>
              <a:t>모델: CNN 기반 이미지 분석</a:t>
            </a:r>
          </a:p>
          <a:p>
            <a:r>
              <a:t>얼굴 검출 → 키포인트 추출 → 눈 상태 분류</a:t>
            </a:r>
          </a:p>
          <a:p>
            <a:r>
              <a:t>GPU 기반 학습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사용된 모델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YOLOv4: 얼굴 검출</a:t>
            </a:r>
          </a:p>
          <a:p>
            <a:r>
              <a:t>SAN: 얼굴 랜드마크 추출</a:t>
            </a:r>
          </a:p>
          <a:p>
            <a:r>
              <a:t>Eye Aspect Ratio(EAR): 눈 감김 판단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학습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 전처리 (정규화, 이미지 크기 조정)</a:t>
            </a:r>
          </a:p>
          <a:p>
            <a:r>
              <a:t>데이터 증강 (회전, 반전)</a:t>
            </a:r>
          </a:p>
          <a:p>
            <a:r>
              <a:t>데이터 분할 (Train 80 / Validation 10 / Test 10)</a:t>
            </a:r>
          </a:p>
          <a:p>
            <a:r>
              <a:t>Optimizer: Adam / Loss: Cross-Entropy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경량화(Lightweighting)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딥러닝 모델을 가볍게 만드는 과정</a:t>
            </a:r>
          </a:p>
          <a:p>
            <a:r>
              <a:t>파라미터 수 감소</a:t>
            </a:r>
          </a:p>
          <a:p>
            <a:r>
              <a:t>연산량(FLOPs) 감소</a:t>
            </a:r>
          </a:p>
          <a:p>
            <a:r>
              <a:t>메모리 사용 감소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경량화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Pruning: 중요하지 않은 가중치 제거</a:t>
            </a:r>
          </a:p>
          <a:p>
            <a:r>
              <a:t>Quantization: 32bit → 8bit 변환</a:t>
            </a:r>
          </a:p>
          <a:p>
            <a:r>
              <a:t>Knowledge Distillation: 큰 모델 지식을 작은 모델로 전달</a:t>
            </a:r>
          </a:p>
          <a:p>
            <a:r>
              <a:t>MobileNet 같은 경량 모델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경량화가 필요한 이유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차량 ECU에서 실시간 처리 필요</a:t>
            </a:r>
          </a:p>
          <a:p>
            <a:r>
              <a:t>연산 속도 향상</a:t>
            </a:r>
          </a:p>
          <a:p>
            <a:r>
              <a:t>전력 소비 감소</a:t>
            </a:r>
          </a:p>
          <a:p>
            <a:r>
              <a:t>열 발생 감소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로그(Log)란?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시스템 실행 중 기록되는 데이터</a:t>
            </a:r>
          </a:p>
          <a:p>
            <a:r>
              <a:t>예: Loss, Accuracy, Epoch 정보</a:t>
            </a:r>
          </a:p>
          <a:p>
            <a:r>
              <a:t>AI 학습 상태를 추적하는 기록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로그 추출 이유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학습 진행 상황 확인</a:t>
            </a:r>
          </a:p>
          <a:p>
            <a:r>
              <a:t>오류 디버깅</a:t>
            </a:r>
          </a:p>
          <a:p>
            <a:r>
              <a:t>실험 재현성 확보</a:t>
            </a:r>
          </a:p>
          <a:p>
            <a:r>
              <a:t>성능 분석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로그 추출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logging 모듈 사용</a:t>
            </a:r>
          </a:p>
          <a:p>
            <a:r>
              <a:t>TensorBoard 시각화</a:t>
            </a:r>
          </a:p>
          <a:p>
            <a:r>
              <a:t>MLflow / WandB 활용</a:t>
            </a:r>
          </a:p>
          <a:p>
            <a:r>
              <a:t>학습 중 자동 기록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AI 성능 통계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모델 성능을 숫자로 평가</a:t>
            </a:r>
          </a:p>
          <a:p>
            <a:r>
              <a:t>Accuracy</a:t>
            </a:r>
          </a:p>
          <a:p>
            <a:r>
              <a:t>Precision</a:t>
            </a:r>
          </a:p>
          <a:p>
            <a:r>
              <a:t>Recall</a:t>
            </a:r>
          </a:p>
          <a:p>
            <a:r>
              <a:t>F1-score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TP: 올바른 졸음 감지</a:t>
            </a:r>
          </a:p>
          <a:p>
            <a:r>
              <a:t>TN: 정상 상태 정확 인식</a:t>
            </a:r>
          </a:p>
          <a:p>
            <a:r>
              <a:t>FP: 잘못된 졸음 경고</a:t>
            </a:r>
          </a:p>
          <a:p>
            <a:r>
              <a:t>FN: 졸음 상태 미감지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통계 분석 이유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모델 신뢰성 평가</a:t>
            </a:r>
          </a:p>
          <a:p>
            <a:r>
              <a:t>약점 분석 및 개선</a:t>
            </a:r>
          </a:p>
          <a:p>
            <a:r>
              <a:t>상용화 검증</a:t>
            </a:r>
          </a:p>
          <a:p>
            <a:r>
              <a:t>규제 및 인증 대응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라벨링 → AI 학습 → 경량화 → 로그 분석 → 통계 평가</a:t>
            </a:r>
          </a:p>
          <a:p>
            <a:r>
              <a:t>이 과정이 AI 졸음운전 감지 시스템 구축의 핵심</a:t>
            </a:r>
          </a:p>
          <a:p>
            <a:r>
              <a:t>높은 정확도와 실시간 성능이 중요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