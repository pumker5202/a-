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24384000" cy="13716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052793-7917-44FD-A3EA-07449BDBF7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5AE2CB-897F-4BEC-8DE1-B810F6FB14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639A74A-94C3-4441-BB7A-22EA0AF014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84B2450-0CB0-46D5-A374-28741899FF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23C8B28-A606-4AA1-8791-A38FBC714D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00C50EE-608C-4B90-BD99-C8B9671A4C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A6A3B8D-720D-4A6B-A2AF-DA205267D6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29593C5-D84C-47E3-9420-7A00B84403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949D92F-A2E6-4C44-8E71-09B607AC36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6C78874-BB2D-4800-8B3A-08DB36F423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8A66141-D54A-4E7D-BBE0-A54460B3B4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BF786E-A561-4425-B9D4-6D5264453D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71C924-BA92-43AD-83A2-B27E5324CC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76C32-5FF3-4C27-9DA1-8B99B324D6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6EAF9D-BC3D-408F-9E2F-B3D0F72324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4F60AB-B8E9-42B5-9C67-F10D41956A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377B97-7F67-4CDE-A299-E15E3C186C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2CCDF1-3364-4835-B86E-E6DDEC4AE6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DE46BA-2FEB-438D-BB10-09A8D2FE76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E70CBA-4A7C-4604-BF2D-228AFD8CFF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83262C-4BC8-4022-9FA1-E606F0CE65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4A6A4D-DD86-4A38-8CF4-32FD955667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24383520" cy="137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ko-KR</dc:language>
  <cp:lastModifiedBy/>
  <dcterms:modified xsi:type="dcterms:W3CDTF">2026-03-25T16:21:36Z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